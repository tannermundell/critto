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3566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South Africa's wildlife from a photo.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Aidan Dean  ·  Tanner Mundell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are disconnected from the wild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tools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45059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apps recognise 80,000 species but know nothing local — no South African depth, no conservation context.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vanishes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77647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accounts: switch phones and your sightings and journal are gone.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Shallow engagement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510235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you forget. They don't teach you anything or get you outside.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Africa: 850+ bird species, the Big Five, a multi-billion-dollar wildlife-tourism draw — served only by generic apps.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 it. Know it. Collect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or upload a photo of any bird, mammal, or reptile.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species ID plus a rich, source-backed field-guide entry.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5146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496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4964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card, grow your collection, chase coins and fill your journal.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South African field guide in your pocket — that turns getting outside into a game.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photo, a full field guide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(Lovable)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10896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52044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61188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 · data · photos)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API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(Fireworks AI)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28116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37260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field guide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and field-guide content are generated on demand and grounded in real sources (Wikipedia + IUCN), with citations.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AMD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AMD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 via Fireworks AI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call Minimax M3 on Fireworks AI — AMD's inference partner, accessed through the AMD AI Developer Program and powered by AMD Instinct GPUs.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BioCLIP on AMD Instinct (ROCm)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8368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specialised classifier is validated directly on AMD Instinct GPUs via ROCm — 99.95% on a test image. The high-accuracy vision path.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on two fronts: our classifier on AMD Instinct (ROCm), and inference via Fireworks AI — AMD's partner.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recognition. Grounded content.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BioCLIP on AMD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(test)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2044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birds,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mammals, reptiles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28116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28116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platforms: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Instinct + Fireworks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Field-guide entries are grounded in Wikipedia + IUCN and cite their sources — no invented facts.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Critto, not a generic ID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6172200" y="201168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17504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apps (e.g. Seek)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355080" y="2148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shallow, all species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278892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Africa-deep, curated &amp; conservation-aware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63016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 — lose your data on a new phone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55080" y="363016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Cloud-synced collection — never lose your journal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4714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Generic, forgettable rewards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55080" y="4471416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Conservation-weighted rarity + meaningful sets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31266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 name and a fact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5312664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cited field guide + read-aloud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collection game with a conservation heart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6888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Rarity cards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→ Legendary, weighted by how rare and threatened a species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7804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sets — the Big Five, Endangered Guardians, class masters.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Journal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record of every encounter, synced across devices.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443484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Read-aloud guide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17804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to any species' field-guide entry, hands-free.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 rewards the rare and the threatened — turning spotting into stewardship.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it's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Tourists &amp; safari-goers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visit SA for wildlife each year.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Birders &amp; nature lovers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passionate, list-keeping community.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&amp; education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2940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Hands-on, local biodiversity learning.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&amp; citizen science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50976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that build awareness and data.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 draws millions of wildlife tourists a year — Critto is their pocket guide, and a gateway to local conservation.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Critto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image ID + collection — live now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3756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ID — identify birds by their 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12648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2648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SA — region-by-region expansion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8972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1540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1540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play + verified sightings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for yourself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live — try it right now.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critto.org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8595360" y="269748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DF7EA"/>
          </a:solidFill>
          <a:ln/>
        </p:spPr>
      </p:sp>
      <p:pic>
        <p:nvPicPr>
          <p:cNvPr id="10" name="Image 0" descr="critto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880360"/>
            <a:ext cx="2377440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03920" y="5532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critto.org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2606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Reconnecting people with the wild — one photo at a time.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Aidan Dean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UX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Tanner Mundell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AI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2026-07-09T16:50:18Z</dcterms:created>
  <dcterms:modified xsi:type="dcterms:W3CDTF">2026-07-09T16:50:18Z</dcterms:modified>
</cp:coreProperties>
</file>