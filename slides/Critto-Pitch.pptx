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188720"/>
            <a:ext cx="3566160" cy="3566160"/>
          </a:xfrm>
          <a:prstGeom prst="ellipse">
            <a:avLst/>
          </a:prstGeom>
          <a:solidFill>
            <a:srgbClr val="175049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-594360"/>
            <a:ext cx="2194560" cy="219456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DF7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Critto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77240" y="3566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South Africa's wildlife from a photo.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Developer Hackathon: ACT II  ·  Track 3 (Unicorn)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Aidan Dean  ·  Tanner Mundell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are disconnected from the wild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45059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apps recognise 80,000 species but know nothing local — no South African depth, no conservation context.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66928" cy="566928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vanishes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77647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accounts: switch phones and your sightings and journal are gone.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engagement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510235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you forget. They don't teach you anything or get you outside.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Africa: 850+ bird species, the Big Five, a multi-billion-dollar wildlife-tourism draw — served only by generic apps.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 it. Know it. Collect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EF4F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514600"/>
            <a:ext cx="566928" cy="566928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or upload a photo of any bird, mammal, or reptile.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EF4F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514600"/>
            <a:ext cx="566928" cy="566928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species ID plus a rich, source-backed field-guide entry.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EF4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514600"/>
            <a:ext cx="566928" cy="566928"/>
          </a:xfrm>
          <a:prstGeom prst="ellipse">
            <a:avLst/>
          </a:prstGeom>
          <a:solidFill>
            <a:srgbClr val="9FD6C6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3246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49640" y="3749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 card, grow your collection, chase coins and fill your journal.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South African field guide in your pocket — that turns getting outside into a game.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photo, a full field guide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EF4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(Lovable)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237744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520440" y="23774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EF4F0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3774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· data · photos)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89320" y="237744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400800" y="23774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EF4F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3774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API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(Fireworks AI)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69680" y="2377440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281160" y="23774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EEF4F0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23774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field guide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and field-guide content are generated on demand and grounded in real sources (Wikipedia + IUCN), with citations.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188720"/>
            <a:ext cx="3566160" cy="3566160"/>
          </a:xfrm>
          <a:prstGeom prst="ellipse">
            <a:avLst/>
          </a:prstGeom>
          <a:solidFill>
            <a:srgbClr val="175049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-594360"/>
            <a:ext cx="2194560" cy="219456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AMD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F7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AMD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175049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68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C4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via Fireworks AI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endpoints call Minimax M3 on Fireworks AI — AMD's inference partner, accessed through the AMD AI Developer Program and powered by AMD Instinct GPUs.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257800" cy="2743200"/>
          </a:xfrm>
          <a:prstGeom prst="roundRect">
            <a:avLst>
              <a:gd name="adj" fmla="val 4000"/>
            </a:avLst>
          </a:prstGeom>
          <a:solidFill>
            <a:srgbClr val="175049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4688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C4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BioCLIP on AMD Instinct (ROCm)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83680" y="333756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specialised classifier is validated directly on AMD Instinct GPUs via ROCm — 99.95% on a test image. The high-accuracy vision path.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257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on two fronts: our classifier on AMD Instinct (ROCm), and inference via Fireworks AI — AMD's partner.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recognition. Grounded content.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EF4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BioCLIP on AMD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 (test)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20440" y="21945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EF4F0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468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20440" y="3429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EF4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468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0" y="3429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birds,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mammals, reptiles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81160" y="219456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EEF4F0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4688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281160" y="34290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platforms: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 + Fireworks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Field-guide entries are grounded in Wikipedia + IUCN and cite their sources — no invented facts.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Critto, not a generic ID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EF4F0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20116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7504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apps (e.g. Seek)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5508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C4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shallow, all species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2788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Africa-deep, curated &amp; conservation-aware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 — lose your data on a new phone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5080" y="3630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Cloud-synced collection — never lose your journal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7141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badges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447141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Conservation-weighted rarity + meaningful sets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31266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name and a fact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531266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cited field guide + read-aloud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collection game with a conservation heart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EEF4F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68880"/>
            <a:ext cx="457200" cy="45720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404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Rarity cards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54480" y="286207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→ Legendary, weighted by how rare and threatened a species 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EEF4F0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2468880"/>
            <a:ext cx="457200" cy="457200"/>
          </a:xfrm>
          <a:prstGeom prst="ellipse">
            <a:avLst/>
          </a:prstGeom>
          <a:solidFill>
            <a:srgbClr val="9FD6C6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2404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78040" y="286207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sets — the Big Five, Endangered Guardians, class masters.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EEF4F0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434840"/>
            <a:ext cx="457200" cy="45720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370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Journal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482803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record of every encounter, synced across devices.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EEF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4434840"/>
            <a:ext cx="457200" cy="457200"/>
          </a:xfrm>
          <a:prstGeom prst="ellipse">
            <a:avLst/>
          </a:prstGeom>
          <a:solidFill>
            <a:srgbClr val="9FD6C6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370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Read-aloud guide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178040" y="482803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any species' field-guide entry, hands-free.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Rarity rewards the rare and the threatened — turning spotting into stewardship.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EEF4F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688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Tourists &amp; safari-goers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visit SA for wildlife each year.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20440" y="21945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EEF4F0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24688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Birders &amp; nature lovers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49040" y="3520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passionate, list-keeping community.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EEF4F0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4688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 &amp; education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3520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Hands-on, local biodiversity learning.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281160" y="2194560"/>
            <a:ext cx="2514600" cy="2743200"/>
          </a:xfrm>
          <a:prstGeom prst="roundRect">
            <a:avLst>
              <a:gd name="adj" fmla="val 4364"/>
            </a:avLst>
          </a:prstGeom>
          <a:solidFill>
            <a:srgbClr val="EEF4F0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0" y="24688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Conservation &amp; citizen science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509760" y="35204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Sightings that build awareness and data.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75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draws millions of wildlife tourists a year — Critto is their pocket guide, and a gateway to local conservation.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Critto goes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566928" cy="566928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image ID + collection, live on AMD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2743200"/>
            <a:ext cx="566928" cy="566928"/>
          </a:xfrm>
          <a:prstGeom prst="ellipse">
            <a:avLst/>
          </a:prstGeom>
          <a:solidFill>
            <a:srgbClr val="9FD6C6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3840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ID — identify birds by their call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566928" cy="566928"/>
          </a:xfrm>
          <a:prstGeom prst="ellipse">
            <a:avLst/>
          </a:prstGeom>
          <a:solidFill>
            <a:srgbClr val="9FD6C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3840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SA — region-by-region expansion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9720" y="2743200"/>
            <a:ext cx="566928" cy="566928"/>
          </a:xfrm>
          <a:prstGeom prst="ellipse">
            <a:avLst/>
          </a:prstGeom>
          <a:solidFill>
            <a:srgbClr val="9FD6C6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91540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50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15400" y="3840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play + verified sightings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188720"/>
            <a:ext cx="3566160" cy="3566160"/>
          </a:xfrm>
          <a:prstGeom prst="ellipse">
            <a:avLst/>
          </a:prstGeom>
          <a:solidFill>
            <a:srgbClr val="175049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-594360"/>
            <a:ext cx="2194560" cy="219456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6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DF7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for yourself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live and running on AMD right now.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C4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your live URL &gt;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778240" y="23774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DF7EA"/>
          </a:solidFill>
          <a:ln/>
        </p:spPr>
      </p:sp>
      <p:sp>
        <p:nvSpPr>
          <p:cNvPr id="10" name="Text 8"/>
          <p:cNvSpPr/>
          <p:nvPr/>
        </p:nvSpPr>
        <p:spPr>
          <a:xfrm>
            <a:off x="8778240" y="237744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QR code ]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188720"/>
            <a:ext cx="3566160" cy="3566160"/>
          </a:xfrm>
          <a:prstGeom prst="ellipse">
            <a:avLst/>
          </a:prstGeom>
          <a:solidFill>
            <a:srgbClr val="175049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-594360"/>
            <a:ext cx="2194560" cy="2194560"/>
          </a:xfrm>
          <a:prstGeom prst="ellipse">
            <a:avLst/>
          </a:prstGeom>
          <a:solidFill>
            <a:srgbClr val="E0A32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DF7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Critto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Reconnecting people with the wild — one photo at a time.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7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Aidan Dean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7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Tanner Mundell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Developer Hackathon: ACT II  ·  Track 3 (Unicorn)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2026-07-09T15:49:27Z</dcterms:created>
  <dcterms:modified xsi:type="dcterms:W3CDTF">2026-07-09T15:49:27Z</dcterms:modified>
</cp:coreProperties>
</file>